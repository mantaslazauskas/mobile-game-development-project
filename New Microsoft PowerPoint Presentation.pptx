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1ADAFB-F5EE-47F7-9E70-448D62EE44D0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113182-6CF4-4737-8B27-47C2ACE2B5D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Genre:</a:t>
          </a:r>
          <a:r>
            <a:rPr lang="en-GB" dirty="0"/>
            <a:t> Arcade Racing.</a:t>
          </a:r>
          <a:endParaRPr lang="en-US" dirty="0"/>
        </a:p>
      </dgm:t>
    </dgm:pt>
    <dgm:pt modelId="{454803E3-6956-4E3E-9C8D-9E44CE8A8985}" type="parTrans" cxnId="{4F2577F3-ABB5-4A99-91BA-6C5CCF925986}">
      <dgm:prSet/>
      <dgm:spPr/>
      <dgm:t>
        <a:bodyPr/>
        <a:lstStyle/>
        <a:p>
          <a:endParaRPr lang="en-US"/>
        </a:p>
      </dgm:t>
    </dgm:pt>
    <dgm:pt modelId="{7A6D222B-65D7-45B5-8DA4-3B874C49C6B0}" type="sibTrans" cxnId="{4F2577F3-ABB5-4A99-91BA-6C5CCF925986}">
      <dgm:prSet/>
      <dgm:spPr/>
      <dgm:t>
        <a:bodyPr/>
        <a:lstStyle/>
        <a:p>
          <a:endParaRPr lang="en-US"/>
        </a:p>
      </dgm:t>
    </dgm:pt>
    <dgm:pt modelId="{8C89EB71-150E-42CF-BC7E-C604C20D1C0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Theme:</a:t>
          </a:r>
          <a:r>
            <a:rPr lang="en-GB" dirty="0"/>
            <a:t> Modern Cities/High-Speed Streets.</a:t>
          </a:r>
          <a:endParaRPr lang="en-US" dirty="0"/>
        </a:p>
      </dgm:t>
    </dgm:pt>
    <dgm:pt modelId="{B8D77090-E05C-432D-BFDC-63D3C59AE00E}" type="parTrans" cxnId="{2F32069F-46EA-40DC-B9AE-2CDD75BE3155}">
      <dgm:prSet/>
      <dgm:spPr/>
      <dgm:t>
        <a:bodyPr/>
        <a:lstStyle/>
        <a:p>
          <a:endParaRPr lang="en-US"/>
        </a:p>
      </dgm:t>
    </dgm:pt>
    <dgm:pt modelId="{91C26F0C-0E70-4233-9548-36D2F107D3F6}" type="sibTrans" cxnId="{2F32069F-46EA-40DC-B9AE-2CDD75BE3155}">
      <dgm:prSet/>
      <dgm:spPr/>
      <dgm:t>
        <a:bodyPr/>
        <a:lstStyle/>
        <a:p>
          <a:endParaRPr lang="en-US"/>
        </a:p>
      </dgm:t>
    </dgm:pt>
    <dgm:pt modelId="{DC3CA536-D238-40E8-8861-B4569F6BE9E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Play Value: </a:t>
          </a:r>
          <a:r>
            <a:rPr lang="en-GB" dirty="0"/>
            <a:t>Fast-paced, challenging, time attack.</a:t>
          </a:r>
          <a:endParaRPr lang="en-US" dirty="0"/>
        </a:p>
      </dgm:t>
    </dgm:pt>
    <dgm:pt modelId="{D20DCA5C-F078-455D-94AA-73F87547D2D1}" type="parTrans" cxnId="{BFAB8C15-0558-4718-BC0E-07885B71CD82}">
      <dgm:prSet/>
      <dgm:spPr/>
      <dgm:t>
        <a:bodyPr/>
        <a:lstStyle/>
        <a:p>
          <a:endParaRPr lang="en-US"/>
        </a:p>
      </dgm:t>
    </dgm:pt>
    <dgm:pt modelId="{587D1148-26E0-40BE-B807-A12C3AF836A6}" type="sibTrans" cxnId="{BFAB8C15-0558-4718-BC0E-07885B71CD82}">
      <dgm:prSet/>
      <dgm:spPr/>
      <dgm:t>
        <a:bodyPr/>
        <a:lstStyle/>
        <a:p>
          <a:endParaRPr lang="en-US"/>
        </a:p>
      </dgm:t>
    </dgm:pt>
    <dgm:pt modelId="{40C42745-29EA-4863-BF27-3238C179E3C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Game Engine: </a:t>
          </a:r>
          <a:r>
            <a:rPr lang="en-GB" dirty="0"/>
            <a:t>Unity 3D</a:t>
          </a:r>
          <a:endParaRPr lang="en-US" dirty="0"/>
        </a:p>
      </dgm:t>
    </dgm:pt>
    <dgm:pt modelId="{EFC434D0-F29E-45A3-ACD6-AE58080CAFC0}" type="parTrans" cxnId="{4550391F-0558-4B20-9496-B6079546FBD2}">
      <dgm:prSet/>
      <dgm:spPr/>
      <dgm:t>
        <a:bodyPr/>
        <a:lstStyle/>
        <a:p>
          <a:endParaRPr lang="en-US"/>
        </a:p>
      </dgm:t>
    </dgm:pt>
    <dgm:pt modelId="{34EB184C-408F-4D7A-B36B-264150604856}" type="sibTrans" cxnId="{4550391F-0558-4B20-9496-B6079546FBD2}">
      <dgm:prSet/>
      <dgm:spPr/>
      <dgm:t>
        <a:bodyPr/>
        <a:lstStyle/>
        <a:p>
          <a:endParaRPr lang="en-US"/>
        </a:p>
      </dgm:t>
    </dgm:pt>
    <dgm:pt modelId="{86E290F0-660B-49B0-8188-07D3DF70F86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Graphic Style: </a:t>
          </a:r>
          <a:r>
            <a:rPr lang="en-GB" dirty="0"/>
            <a:t>Low Poly</a:t>
          </a:r>
          <a:endParaRPr lang="en-US" dirty="0"/>
        </a:p>
      </dgm:t>
    </dgm:pt>
    <dgm:pt modelId="{CE6BA0EC-8FDD-4B15-B989-13B4D7121F98}" type="parTrans" cxnId="{6E390C25-B363-4223-A1A0-D77828FCB941}">
      <dgm:prSet/>
      <dgm:spPr/>
      <dgm:t>
        <a:bodyPr/>
        <a:lstStyle/>
        <a:p>
          <a:endParaRPr lang="en-US"/>
        </a:p>
      </dgm:t>
    </dgm:pt>
    <dgm:pt modelId="{E82B7E5D-EC5A-4D07-8F01-FE35A612BC68}" type="sibTrans" cxnId="{6E390C25-B363-4223-A1A0-D77828FCB941}">
      <dgm:prSet/>
      <dgm:spPr/>
      <dgm:t>
        <a:bodyPr/>
        <a:lstStyle/>
        <a:p>
          <a:endParaRPr lang="en-US"/>
        </a:p>
      </dgm:t>
    </dgm:pt>
    <dgm:pt modelId="{9504CD65-8E83-4853-9BFA-E61DE1FDFCB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Platform:</a:t>
          </a:r>
          <a:r>
            <a:rPr lang="en-GB" dirty="0"/>
            <a:t> Google Play Store</a:t>
          </a:r>
          <a:endParaRPr lang="en-US" dirty="0"/>
        </a:p>
      </dgm:t>
    </dgm:pt>
    <dgm:pt modelId="{59D038F9-7CC6-4102-B6DC-9048D66DED3C}" type="parTrans" cxnId="{728E1A71-4EE2-4A9A-A6B1-CDAD8D93F4A5}">
      <dgm:prSet/>
      <dgm:spPr/>
      <dgm:t>
        <a:bodyPr/>
        <a:lstStyle/>
        <a:p>
          <a:endParaRPr lang="en-US"/>
        </a:p>
      </dgm:t>
    </dgm:pt>
    <dgm:pt modelId="{663336C8-6D9D-4EDD-94CA-7E2FA35E19E1}" type="sibTrans" cxnId="{728E1A71-4EE2-4A9A-A6B1-CDAD8D93F4A5}">
      <dgm:prSet/>
      <dgm:spPr/>
      <dgm:t>
        <a:bodyPr/>
        <a:lstStyle/>
        <a:p>
          <a:endParaRPr lang="en-US"/>
        </a:p>
      </dgm:t>
    </dgm:pt>
    <dgm:pt modelId="{4BF2F441-595F-42CE-A579-1ADEAA505EF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Target Audience:</a:t>
          </a:r>
          <a:r>
            <a:rPr lang="en-GB" dirty="0"/>
            <a:t> Fan of arcade racers (e.g. Asphalt), casual audience,</a:t>
          </a:r>
          <a:endParaRPr lang="en-US" dirty="0"/>
        </a:p>
      </dgm:t>
    </dgm:pt>
    <dgm:pt modelId="{93EE65B9-D278-4F5F-BF41-1A2F26DA992F}" type="parTrans" cxnId="{E4249F05-48D0-4BB1-9E68-9A1D95327898}">
      <dgm:prSet/>
      <dgm:spPr/>
      <dgm:t>
        <a:bodyPr/>
        <a:lstStyle/>
        <a:p>
          <a:endParaRPr lang="en-US"/>
        </a:p>
      </dgm:t>
    </dgm:pt>
    <dgm:pt modelId="{FA687F55-42A3-47C9-B6A2-A4DA693ACA3F}" type="sibTrans" cxnId="{E4249F05-48D0-4BB1-9E68-9A1D95327898}">
      <dgm:prSet/>
      <dgm:spPr/>
      <dgm:t>
        <a:bodyPr/>
        <a:lstStyle/>
        <a:p>
          <a:endParaRPr lang="en-US"/>
        </a:p>
      </dgm:t>
    </dgm:pt>
    <dgm:pt modelId="{C7AEC42F-E788-40FD-93B4-8920E45D375C}" type="pres">
      <dgm:prSet presAssocID="{261ADAFB-F5EE-47F7-9E70-448D62EE44D0}" presName="root" presStyleCnt="0">
        <dgm:presLayoutVars>
          <dgm:dir/>
          <dgm:resizeHandles val="exact"/>
        </dgm:presLayoutVars>
      </dgm:prSet>
      <dgm:spPr/>
    </dgm:pt>
    <dgm:pt modelId="{40FE7FA2-B097-4C8B-87E1-D21BE365A5F0}" type="pres">
      <dgm:prSet presAssocID="{9A113182-6CF4-4737-8B27-47C2ACE2B5D5}" presName="compNode" presStyleCnt="0"/>
      <dgm:spPr/>
    </dgm:pt>
    <dgm:pt modelId="{3F9CBED3-87AE-4AF0-92D5-0A0BCA09F658}" type="pres">
      <dgm:prSet presAssocID="{9A113182-6CF4-4737-8B27-47C2ACE2B5D5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A6653FC3-ECFA-4667-B18D-34EF318C194D}" type="pres">
      <dgm:prSet presAssocID="{9A113182-6CF4-4737-8B27-47C2ACE2B5D5}" presName="spaceRect" presStyleCnt="0"/>
      <dgm:spPr/>
    </dgm:pt>
    <dgm:pt modelId="{6192CB11-2C9F-4468-8FA2-535FD42F80D4}" type="pres">
      <dgm:prSet presAssocID="{9A113182-6CF4-4737-8B27-47C2ACE2B5D5}" presName="textRect" presStyleLbl="revTx" presStyleIdx="0" presStyleCnt="7">
        <dgm:presLayoutVars>
          <dgm:chMax val="1"/>
          <dgm:chPref val="1"/>
        </dgm:presLayoutVars>
      </dgm:prSet>
      <dgm:spPr/>
    </dgm:pt>
    <dgm:pt modelId="{2AD3880A-EC4E-437E-AD19-81E855639C5F}" type="pres">
      <dgm:prSet presAssocID="{7A6D222B-65D7-45B5-8DA4-3B874C49C6B0}" presName="sibTrans" presStyleCnt="0"/>
      <dgm:spPr/>
    </dgm:pt>
    <dgm:pt modelId="{7765369E-61E4-4992-AD56-D08C3B2A9B6B}" type="pres">
      <dgm:prSet presAssocID="{8C89EB71-150E-42CF-BC7E-C604C20D1C0E}" presName="compNode" presStyleCnt="0"/>
      <dgm:spPr/>
    </dgm:pt>
    <dgm:pt modelId="{2FF63B7B-23AD-406B-A288-BB9571817E40}" type="pres">
      <dgm:prSet presAssocID="{8C89EB71-150E-42CF-BC7E-C604C20D1C0E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oker Hat"/>
        </a:ext>
      </dgm:extLst>
    </dgm:pt>
    <dgm:pt modelId="{B525EEC4-DB6B-4C9D-A9CD-F01D46EE4362}" type="pres">
      <dgm:prSet presAssocID="{8C89EB71-150E-42CF-BC7E-C604C20D1C0E}" presName="spaceRect" presStyleCnt="0"/>
      <dgm:spPr/>
    </dgm:pt>
    <dgm:pt modelId="{ABC4C973-FAD3-4D74-AF66-A76D1473D140}" type="pres">
      <dgm:prSet presAssocID="{8C89EB71-150E-42CF-BC7E-C604C20D1C0E}" presName="textRect" presStyleLbl="revTx" presStyleIdx="1" presStyleCnt="7">
        <dgm:presLayoutVars>
          <dgm:chMax val="1"/>
          <dgm:chPref val="1"/>
        </dgm:presLayoutVars>
      </dgm:prSet>
      <dgm:spPr/>
    </dgm:pt>
    <dgm:pt modelId="{CE383205-DD23-4704-9018-89D7232CC506}" type="pres">
      <dgm:prSet presAssocID="{91C26F0C-0E70-4233-9548-36D2F107D3F6}" presName="sibTrans" presStyleCnt="0"/>
      <dgm:spPr/>
    </dgm:pt>
    <dgm:pt modelId="{CC154933-6C62-4BC8-8D29-10B73D2D4DD2}" type="pres">
      <dgm:prSet presAssocID="{DC3CA536-D238-40E8-8861-B4569F6BE9E3}" presName="compNode" presStyleCnt="0"/>
      <dgm:spPr/>
    </dgm:pt>
    <dgm:pt modelId="{F4A365DE-D52A-4A43-A88E-2C855A291138}" type="pres">
      <dgm:prSet presAssocID="{DC3CA536-D238-40E8-8861-B4569F6BE9E3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01166299-6290-459F-AB8A-4FCA6EE9AF76}" type="pres">
      <dgm:prSet presAssocID="{DC3CA536-D238-40E8-8861-B4569F6BE9E3}" presName="spaceRect" presStyleCnt="0"/>
      <dgm:spPr/>
    </dgm:pt>
    <dgm:pt modelId="{D32CF0B5-79EF-4348-A66B-A6388A047324}" type="pres">
      <dgm:prSet presAssocID="{DC3CA536-D238-40E8-8861-B4569F6BE9E3}" presName="textRect" presStyleLbl="revTx" presStyleIdx="2" presStyleCnt="7">
        <dgm:presLayoutVars>
          <dgm:chMax val="1"/>
          <dgm:chPref val="1"/>
        </dgm:presLayoutVars>
      </dgm:prSet>
      <dgm:spPr/>
    </dgm:pt>
    <dgm:pt modelId="{EABB0595-F3D0-4B57-8089-56EA7C503458}" type="pres">
      <dgm:prSet presAssocID="{587D1148-26E0-40BE-B807-A12C3AF836A6}" presName="sibTrans" presStyleCnt="0"/>
      <dgm:spPr/>
    </dgm:pt>
    <dgm:pt modelId="{55D43E8A-C918-45F6-A079-39088040D24F}" type="pres">
      <dgm:prSet presAssocID="{40C42745-29EA-4863-BF27-3238C179E3CA}" presName="compNode" presStyleCnt="0"/>
      <dgm:spPr/>
    </dgm:pt>
    <dgm:pt modelId="{06DE9EF6-543F-4ABD-8F36-3D2DAE27C467}" type="pres">
      <dgm:prSet presAssocID="{40C42745-29EA-4863-BF27-3238C179E3CA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C3A8143B-7B3E-4B33-A082-4FA01D976287}" type="pres">
      <dgm:prSet presAssocID="{40C42745-29EA-4863-BF27-3238C179E3CA}" presName="spaceRect" presStyleCnt="0"/>
      <dgm:spPr/>
    </dgm:pt>
    <dgm:pt modelId="{5729B248-2F5B-4653-9B2D-CE5E19E455F6}" type="pres">
      <dgm:prSet presAssocID="{40C42745-29EA-4863-BF27-3238C179E3CA}" presName="textRect" presStyleLbl="revTx" presStyleIdx="3" presStyleCnt="7">
        <dgm:presLayoutVars>
          <dgm:chMax val="1"/>
          <dgm:chPref val="1"/>
        </dgm:presLayoutVars>
      </dgm:prSet>
      <dgm:spPr/>
    </dgm:pt>
    <dgm:pt modelId="{1C63665A-7D70-4D71-9E66-1F403C2BDD3F}" type="pres">
      <dgm:prSet presAssocID="{34EB184C-408F-4D7A-B36B-264150604856}" presName="sibTrans" presStyleCnt="0"/>
      <dgm:spPr/>
    </dgm:pt>
    <dgm:pt modelId="{9850B878-31C9-4890-BCB9-122AA2B3CFFB}" type="pres">
      <dgm:prSet presAssocID="{86E290F0-660B-49B0-8188-07D3DF70F86C}" presName="compNode" presStyleCnt="0"/>
      <dgm:spPr/>
    </dgm:pt>
    <dgm:pt modelId="{3DDB19FF-E1E3-4839-8E22-220D0D8B12DE}" type="pres">
      <dgm:prSet presAssocID="{86E290F0-660B-49B0-8188-07D3DF70F86C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E070BB4A-A8F7-405C-94A6-B09C5D2CC16F}" type="pres">
      <dgm:prSet presAssocID="{86E290F0-660B-49B0-8188-07D3DF70F86C}" presName="spaceRect" presStyleCnt="0"/>
      <dgm:spPr/>
    </dgm:pt>
    <dgm:pt modelId="{2D846745-EBF7-4CF6-9139-26166F1025A1}" type="pres">
      <dgm:prSet presAssocID="{86E290F0-660B-49B0-8188-07D3DF70F86C}" presName="textRect" presStyleLbl="revTx" presStyleIdx="4" presStyleCnt="7">
        <dgm:presLayoutVars>
          <dgm:chMax val="1"/>
          <dgm:chPref val="1"/>
        </dgm:presLayoutVars>
      </dgm:prSet>
      <dgm:spPr/>
    </dgm:pt>
    <dgm:pt modelId="{0A3EA20C-9B05-4675-8550-681CBE9B4143}" type="pres">
      <dgm:prSet presAssocID="{E82B7E5D-EC5A-4D07-8F01-FE35A612BC68}" presName="sibTrans" presStyleCnt="0"/>
      <dgm:spPr/>
    </dgm:pt>
    <dgm:pt modelId="{07263FD5-C83A-423A-B571-130A89F39346}" type="pres">
      <dgm:prSet presAssocID="{9504CD65-8E83-4853-9BFA-E61DE1FDFCBD}" presName="compNode" presStyleCnt="0"/>
      <dgm:spPr/>
    </dgm:pt>
    <dgm:pt modelId="{D2E6706A-72B8-4691-9392-DAF8E863B1CD}" type="pres">
      <dgm:prSet presAssocID="{9504CD65-8E83-4853-9BFA-E61DE1FDFCBD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D9EF4CEB-5A53-4DC7-8D73-F66A6449B675}" type="pres">
      <dgm:prSet presAssocID="{9504CD65-8E83-4853-9BFA-E61DE1FDFCBD}" presName="spaceRect" presStyleCnt="0"/>
      <dgm:spPr/>
    </dgm:pt>
    <dgm:pt modelId="{429CF83D-9C55-49DB-ACE4-8A48612FD36D}" type="pres">
      <dgm:prSet presAssocID="{9504CD65-8E83-4853-9BFA-E61DE1FDFCBD}" presName="textRect" presStyleLbl="revTx" presStyleIdx="5" presStyleCnt="7">
        <dgm:presLayoutVars>
          <dgm:chMax val="1"/>
          <dgm:chPref val="1"/>
        </dgm:presLayoutVars>
      </dgm:prSet>
      <dgm:spPr/>
    </dgm:pt>
    <dgm:pt modelId="{FB23F430-A57E-4580-8D13-6EC72A635692}" type="pres">
      <dgm:prSet presAssocID="{663336C8-6D9D-4EDD-94CA-7E2FA35E19E1}" presName="sibTrans" presStyleCnt="0"/>
      <dgm:spPr/>
    </dgm:pt>
    <dgm:pt modelId="{4ED186F6-549C-4130-982F-65355DC7A525}" type="pres">
      <dgm:prSet presAssocID="{4BF2F441-595F-42CE-A579-1ADEAA505EFC}" presName="compNode" presStyleCnt="0"/>
      <dgm:spPr/>
    </dgm:pt>
    <dgm:pt modelId="{B0A994DF-C845-41FA-B8D0-CF763FAD410D}" type="pres">
      <dgm:prSet presAssocID="{4BF2F441-595F-42CE-A579-1ADEAA505EFC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152AE659-6054-4D0F-BD2E-7AC48D965F46}" type="pres">
      <dgm:prSet presAssocID="{4BF2F441-595F-42CE-A579-1ADEAA505EFC}" presName="spaceRect" presStyleCnt="0"/>
      <dgm:spPr/>
    </dgm:pt>
    <dgm:pt modelId="{8D5E99F7-9153-4F8B-BC7F-617F75FC9266}" type="pres">
      <dgm:prSet presAssocID="{4BF2F441-595F-42CE-A579-1ADEAA505EFC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8FE34101-0F7A-4499-BD0B-BA00614E78F2}" type="presOf" srcId="{40C42745-29EA-4863-BF27-3238C179E3CA}" destId="{5729B248-2F5B-4653-9B2D-CE5E19E455F6}" srcOrd="0" destOrd="0" presId="urn:microsoft.com/office/officeart/2018/2/layout/IconLabelList"/>
    <dgm:cxn modelId="{E4249F05-48D0-4BB1-9E68-9A1D95327898}" srcId="{261ADAFB-F5EE-47F7-9E70-448D62EE44D0}" destId="{4BF2F441-595F-42CE-A579-1ADEAA505EFC}" srcOrd="6" destOrd="0" parTransId="{93EE65B9-D278-4F5F-BF41-1A2F26DA992F}" sibTransId="{FA687F55-42A3-47C9-B6A2-A4DA693ACA3F}"/>
    <dgm:cxn modelId="{390B030E-6373-4A7D-808B-F55DA673AA0A}" type="presOf" srcId="{9504CD65-8E83-4853-9BFA-E61DE1FDFCBD}" destId="{429CF83D-9C55-49DB-ACE4-8A48612FD36D}" srcOrd="0" destOrd="0" presId="urn:microsoft.com/office/officeart/2018/2/layout/IconLabelList"/>
    <dgm:cxn modelId="{BFAB8C15-0558-4718-BC0E-07885B71CD82}" srcId="{261ADAFB-F5EE-47F7-9E70-448D62EE44D0}" destId="{DC3CA536-D238-40E8-8861-B4569F6BE9E3}" srcOrd="2" destOrd="0" parTransId="{D20DCA5C-F078-455D-94AA-73F87547D2D1}" sibTransId="{587D1148-26E0-40BE-B807-A12C3AF836A6}"/>
    <dgm:cxn modelId="{4550391F-0558-4B20-9496-B6079546FBD2}" srcId="{261ADAFB-F5EE-47F7-9E70-448D62EE44D0}" destId="{40C42745-29EA-4863-BF27-3238C179E3CA}" srcOrd="3" destOrd="0" parTransId="{EFC434D0-F29E-45A3-ACD6-AE58080CAFC0}" sibTransId="{34EB184C-408F-4D7A-B36B-264150604856}"/>
    <dgm:cxn modelId="{E04D9120-514A-4DD6-BE60-3D7910A3C9FD}" type="presOf" srcId="{261ADAFB-F5EE-47F7-9E70-448D62EE44D0}" destId="{C7AEC42F-E788-40FD-93B4-8920E45D375C}" srcOrd="0" destOrd="0" presId="urn:microsoft.com/office/officeart/2018/2/layout/IconLabelList"/>
    <dgm:cxn modelId="{6E390C25-B363-4223-A1A0-D77828FCB941}" srcId="{261ADAFB-F5EE-47F7-9E70-448D62EE44D0}" destId="{86E290F0-660B-49B0-8188-07D3DF70F86C}" srcOrd="4" destOrd="0" parTransId="{CE6BA0EC-8FDD-4B15-B989-13B4D7121F98}" sibTransId="{E82B7E5D-EC5A-4D07-8F01-FE35A612BC68}"/>
    <dgm:cxn modelId="{9737DF3C-6EA6-4011-B541-60FAA8BE91CE}" type="presOf" srcId="{8C89EB71-150E-42CF-BC7E-C604C20D1C0E}" destId="{ABC4C973-FAD3-4D74-AF66-A76D1473D140}" srcOrd="0" destOrd="0" presId="urn:microsoft.com/office/officeart/2018/2/layout/IconLabelList"/>
    <dgm:cxn modelId="{CAF47D3E-B34A-4970-86EE-FF36F571E022}" type="presOf" srcId="{DC3CA536-D238-40E8-8861-B4569F6BE9E3}" destId="{D32CF0B5-79EF-4348-A66B-A6388A047324}" srcOrd="0" destOrd="0" presId="urn:microsoft.com/office/officeart/2018/2/layout/IconLabelList"/>
    <dgm:cxn modelId="{728E1A71-4EE2-4A9A-A6B1-CDAD8D93F4A5}" srcId="{261ADAFB-F5EE-47F7-9E70-448D62EE44D0}" destId="{9504CD65-8E83-4853-9BFA-E61DE1FDFCBD}" srcOrd="5" destOrd="0" parTransId="{59D038F9-7CC6-4102-B6DC-9048D66DED3C}" sibTransId="{663336C8-6D9D-4EDD-94CA-7E2FA35E19E1}"/>
    <dgm:cxn modelId="{CD2BD48C-3852-4612-920D-398EE8BFF3DB}" type="presOf" srcId="{9A113182-6CF4-4737-8B27-47C2ACE2B5D5}" destId="{6192CB11-2C9F-4468-8FA2-535FD42F80D4}" srcOrd="0" destOrd="0" presId="urn:microsoft.com/office/officeart/2018/2/layout/IconLabelList"/>
    <dgm:cxn modelId="{2F32069F-46EA-40DC-B9AE-2CDD75BE3155}" srcId="{261ADAFB-F5EE-47F7-9E70-448D62EE44D0}" destId="{8C89EB71-150E-42CF-BC7E-C604C20D1C0E}" srcOrd="1" destOrd="0" parTransId="{B8D77090-E05C-432D-BFDC-63D3C59AE00E}" sibTransId="{91C26F0C-0E70-4233-9548-36D2F107D3F6}"/>
    <dgm:cxn modelId="{C4C605CA-0FC1-4A47-A8F6-C1C5344014EE}" type="presOf" srcId="{4BF2F441-595F-42CE-A579-1ADEAA505EFC}" destId="{8D5E99F7-9153-4F8B-BC7F-617F75FC9266}" srcOrd="0" destOrd="0" presId="urn:microsoft.com/office/officeart/2018/2/layout/IconLabelList"/>
    <dgm:cxn modelId="{D64F5DF0-6148-4145-BF3D-6AF19798BF87}" type="presOf" srcId="{86E290F0-660B-49B0-8188-07D3DF70F86C}" destId="{2D846745-EBF7-4CF6-9139-26166F1025A1}" srcOrd="0" destOrd="0" presId="urn:microsoft.com/office/officeart/2018/2/layout/IconLabelList"/>
    <dgm:cxn modelId="{4F2577F3-ABB5-4A99-91BA-6C5CCF925986}" srcId="{261ADAFB-F5EE-47F7-9E70-448D62EE44D0}" destId="{9A113182-6CF4-4737-8B27-47C2ACE2B5D5}" srcOrd="0" destOrd="0" parTransId="{454803E3-6956-4E3E-9C8D-9E44CE8A8985}" sibTransId="{7A6D222B-65D7-45B5-8DA4-3B874C49C6B0}"/>
    <dgm:cxn modelId="{0D42182C-8C32-4FAE-90FD-EBC5CEE43F17}" type="presParOf" srcId="{C7AEC42F-E788-40FD-93B4-8920E45D375C}" destId="{40FE7FA2-B097-4C8B-87E1-D21BE365A5F0}" srcOrd="0" destOrd="0" presId="urn:microsoft.com/office/officeart/2018/2/layout/IconLabelList"/>
    <dgm:cxn modelId="{AB1AC85A-C78F-48E5-99C0-0E62DBA253C5}" type="presParOf" srcId="{40FE7FA2-B097-4C8B-87E1-D21BE365A5F0}" destId="{3F9CBED3-87AE-4AF0-92D5-0A0BCA09F658}" srcOrd="0" destOrd="0" presId="urn:microsoft.com/office/officeart/2018/2/layout/IconLabelList"/>
    <dgm:cxn modelId="{18A129B1-0A09-4D8D-9A4E-2CCBD8934D74}" type="presParOf" srcId="{40FE7FA2-B097-4C8B-87E1-D21BE365A5F0}" destId="{A6653FC3-ECFA-4667-B18D-34EF318C194D}" srcOrd="1" destOrd="0" presId="urn:microsoft.com/office/officeart/2018/2/layout/IconLabelList"/>
    <dgm:cxn modelId="{6D7B6772-D1AE-4D67-B3FA-3AAFA6F3693E}" type="presParOf" srcId="{40FE7FA2-B097-4C8B-87E1-D21BE365A5F0}" destId="{6192CB11-2C9F-4468-8FA2-535FD42F80D4}" srcOrd="2" destOrd="0" presId="urn:microsoft.com/office/officeart/2018/2/layout/IconLabelList"/>
    <dgm:cxn modelId="{6432D198-5F38-470E-9755-20DA806CE709}" type="presParOf" srcId="{C7AEC42F-E788-40FD-93B4-8920E45D375C}" destId="{2AD3880A-EC4E-437E-AD19-81E855639C5F}" srcOrd="1" destOrd="0" presId="urn:microsoft.com/office/officeart/2018/2/layout/IconLabelList"/>
    <dgm:cxn modelId="{B7175EBC-568D-4045-A10F-6EB00A6F4A20}" type="presParOf" srcId="{C7AEC42F-E788-40FD-93B4-8920E45D375C}" destId="{7765369E-61E4-4992-AD56-D08C3B2A9B6B}" srcOrd="2" destOrd="0" presId="urn:microsoft.com/office/officeart/2018/2/layout/IconLabelList"/>
    <dgm:cxn modelId="{6068D8A1-74CE-41C2-8BBA-159E65A52679}" type="presParOf" srcId="{7765369E-61E4-4992-AD56-D08C3B2A9B6B}" destId="{2FF63B7B-23AD-406B-A288-BB9571817E40}" srcOrd="0" destOrd="0" presId="urn:microsoft.com/office/officeart/2018/2/layout/IconLabelList"/>
    <dgm:cxn modelId="{570014C7-28DB-4E0D-BE37-98493C7FB44D}" type="presParOf" srcId="{7765369E-61E4-4992-AD56-D08C3B2A9B6B}" destId="{B525EEC4-DB6B-4C9D-A9CD-F01D46EE4362}" srcOrd="1" destOrd="0" presId="urn:microsoft.com/office/officeart/2018/2/layout/IconLabelList"/>
    <dgm:cxn modelId="{9E25B037-292B-403C-A963-F54FCBC7DE4D}" type="presParOf" srcId="{7765369E-61E4-4992-AD56-D08C3B2A9B6B}" destId="{ABC4C973-FAD3-4D74-AF66-A76D1473D140}" srcOrd="2" destOrd="0" presId="urn:microsoft.com/office/officeart/2018/2/layout/IconLabelList"/>
    <dgm:cxn modelId="{E7490FF2-9491-4377-8A22-8A87C6A9F356}" type="presParOf" srcId="{C7AEC42F-E788-40FD-93B4-8920E45D375C}" destId="{CE383205-DD23-4704-9018-89D7232CC506}" srcOrd="3" destOrd="0" presId="urn:microsoft.com/office/officeart/2018/2/layout/IconLabelList"/>
    <dgm:cxn modelId="{787BA27E-F0F6-456B-8F71-F4415B1E1357}" type="presParOf" srcId="{C7AEC42F-E788-40FD-93B4-8920E45D375C}" destId="{CC154933-6C62-4BC8-8D29-10B73D2D4DD2}" srcOrd="4" destOrd="0" presId="urn:microsoft.com/office/officeart/2018/2/layout/IconLabelList"/>
    <dgm:cxn modelId="{11B1821F-AE93-427E-8E2C-385AB768CCAC}" type="presParOf" srcId="{CC154933-6C62-4BC8-8D29-10B73D2D4DD2}" destId="{F4A365DE-D52A-4A43-A88E-2C855A291138}" srcOrd="0" destOrd="0" presId="urn:microsoft.com/office/officeart/2018/2/layout/IconLabelList"/>
    <dgm:cxn modelId="{3FA425BB-62B8-4C68-B353-52B951C580EB}" type="presParOf" srcId="{CC154933-6C62-4BC8-8D29-10B73D2D4DD2}" destId="{01166299-6290-459F-AB8A-4FCA6EE9AF76}" srcOrd="1" destOrd="0" presId="urn:microsoft.com/office/officeart/2018/2/layout/IconLabelList"/>
    <dgm:cxn modelId="{CAFC7E76-DE25-4450-813B-1A9B2879029E}" type="presParOf" srcId="{CC154933-6C62-4BC8-8D29-10B73D2D4DD2}" destId="{D32CF0B5-79EF-4348-A66B-A6388A047324}" srcOrd="2" destOrd="0" presId="urn:microsoft.com/office/officeart/2018/2/layout/IconLabelList"/>
    <dgm:cxn modelId="{53D9BCDB-FE21-49B0-8387-D1182B217A41}" type="presParOf" srcId="{C7AEC42F-E788-40FD-93B4-8920E45D375C}" destId="{EABB0595-F3D0-4B57-8089-56EA7C503458}" srcOrd="5" destOrd="0" presId="urn:microsoft.com/office/officeart/2018/2/layout/IconLabelList"/>
    <dgm:cxn modelId="{7ED8B51F-606A-41C1-BA2B-8FB7DE74409B}" type="presParOf" srcId="{C7AEC42F-E788-40FD-93B4-8920E45D375C}" destId="{55D43E8A-C918-45F6-A079-39088040D24F}" srcOrd="6" destOrd="0" presId="urn:microsoft.com/office/officeart/2018/2/layout/IconLabelList"/>
    <dgm:cxn modelId="{17183B99-16B4-4B58-BC8F-934B2D23C2E5}" type="presParOf" srcId="{55D43E8A-C918-45F6-A079-39088040D24F}" destId="{06DE9EF6-543F-4ABD-8F36-3D2DAE27C467}" srcOrd="0" destOrd="0" presId="urn:microsoft.com/office/officeart/2018/2/layout/IconLabelList"/>
    <dgm:cxn modelId="{815688C5-08FF-43DC-B511-9AFE8D55D1A3}" type="presParOf" srcId="{55D43E8A-C918-45F6-A079-39088040D24F}" destId="{C3A8143B-7B3E-4B33-A082-4FA01D976287}" srcOrd="1" destOrd="0" presId="urn:microsoft.com/office/officeart/2018/2/layout/IconLabelList"/>
    <dgm:cxn modelId="{85049A94-E04C-4D12-88C7-4F109E406574}" type="presParOf" srcId="{55D43E8A-C918-45F6-A079-39088040D24F}" destId="{5729B248-2F5B-4653-9B2D-CE5E19E455F6}" srcOrd="2" destOrd="0" presId="urn:microsoft.com/office/officeart/2018/2/layout/IconLabelList"/>
    <dgm:cxn modelId="{E14AC4AF-FADB-47D4-8BAD-FFD44DB9B23C}" type="presParOf" srcId="{C7AEC42F-E788-40FD-93B4-8920E45D375C}" destId="{1C63665A-7D70-4D71-9E66-1F403C2BDD3F}" srcOrd="7" destOrd="0" presId="urn:microsoft.com/office/officeart/2018/2/layout/IconLabelList"/>
    <dgm:cxn modelId="{6DCD4AB7-B832-43F0-BAA3-86125A859621}" type="presParOf" srcId="{C7AEC42F-E788-40FD-93B4-8920E45D375C}" destId="{9850B878-31C9-4890-BCB9-122AA2B3CFFB}" srcOrd="8" destOrd="0" presId="urn:microsoft.com/office/officeart/2018/2/layout/IconLabelList"/>
    <dgm:cxn modelId="{CDA2F6FF-F8B5-4B03-B6DD-713B31A2849C}" type="presParOf" srcId="{9850B878-31C9-4890-BCB9-122AA2B3CFFB}" destId="{3DDB19FF-E1E3-4839-8E22-220D0D8B12DE}" srcOrd="0" destOrd="0" presId="urn:microsoft.com/office/officeart/2018/2/layout/IconLabelList"/>
    <dgm:cxn modelId="{21DCC352-B749-493A-B121-0CF59D8B640B}" type="presParOf" srcId="{9850B878-31C9-4890-BCB9-122AA2B3CFFB}" destId="{E070BB4A-A8F7-405C-94A6-B09C5D2CC16F}" srcOrd="1" destOrd="0" presId="urn:microsoft.com/office/officeart/2018/2/layout/IconLabelList"/>
    <dgm:cxn modelId="{61C7C200-D864-474F-8049-D1AD4D3439AA}" type="presParOf" srcId="{9850B878-31C9-4890-BCB9-122AA2B3CFFB}" destId="{2D846745-EBF7-4CF6-9139-26166F1025A1}" srcOrd="2" destOrd="0" presId="urn:microsoft.com/office/officeart/2018/2/layout/IconLabelList"/>
    <dgm:cxn modelId="{55108CAA-CC90-4F16-803E-F01D6E49AD9E}" type="presParOf" srcId="{C7AEC42F-E788-40FD-93B4-8920E45D375C}" destId="{0A3EA20C-9B05-4675-8550-681CBE9B4143}" srcOrd="9" destOrd="0" presId="urn:microsoft.com/office/officeart/2018/2/layout/IconLabelList"/>
    <dgm:cxn modelId="{03EE5BAF-C7ED-4BAF-AA4A-093CE5513B42}" type="presParOf" srcId="{C7AEC42F-E788-40FD-93B4-8920E45D375C}" destId="{07263FD5-C83A-423A-B571-130A89F39346}" srcOrd="10" destOrd="0" presId="urn:microsoft.com/office/officeart/2018/2/layout/IconLabelList"/>
    <dgm:cxn modelId="{93002534-3493-4C34-B2B3-7987AFCC8E6E}" type="presParOf" srcId="{07263FD5-C83A-423A-B571-130A89F39346}" destId="{D2E6706A-72B8-4691-9392-DAF8E863B1CD}" srcOrd="0" destOrd="0" presId="urn:microsoft.com/office/officeart/2018/2/layout/IconLabelList"/>
    <dgm:cxn modelId="{C6B97BBC-7248-425E-BFF0-8CCAE14BE27D}" type="presParOf" srcId="{07263FD5-C83A-423A-B571-130A89F39346}" destId="{D9EF4CEB-5A53-4DC7-8D73-F66A6449B675}" srcOrd="1" destOrd="0" presId="urn:microsoft.com/office/officeart/2018/2/layout/IconLabelList"/>
    <dgm:cxn modelId="{0661ABFF-6439-45BB-95DF-46DA7C37BCFE}" type="presParOf" srcId="{07263FD5-C83A-423A-B571-130A89F39346}" destId="{429CF83D-9C55-49DB-ACE4-8A48612FD36D}" srcOrd="2" destOrd="0" presId="urn:microsoft.com/office/officeart/2018/2/layout/IconLabelList"/>
    <dgm:cxn modelId="{7F928DFD-AA0D-4F68-A09C-18BFFEEE2B08}" type="presParOf" srcId="{C7AEC42F-E788-40FD-93B4-8920E45D375C}" destId="{FB23F430-A57E-4580-8D13-6EC72A635692}" srcOrd="11" destOrd="0" presId="urn:microsoft.com/office/officeart/2018/2/layout/IconLabelList"/>
    <dgm:cxn modelId="{78C7FC50-4B39-415A-83AF-EB52F972D0AA}" type="presParOf" srcId="{C7AEC42F-E788-40FD-93B4-8920E45D375C}" destId="{4ED186F6-549C-4130-982F-65355DC7A525}" srcOrd="12" destOrd="0" presId="urn:microsoft.com/office/officeart/2018/2/layout/IconLabelList"/>
    <dgm:cxn modelId="{C6E6EE7E-E914-46C2-9ACF-8506F28A15BC}" type="presParOf" srcId="{4ED186F6-549C-4130-982F-65355DC7A525}" destId="{B0A994DF-C845-41FA-B8D0-CF763FAD410D}" srcOrd="0" destOrd="0" presId="urn:microsoft.com/office/officeart/2018/2/layout/IconLabelList"/>
    <dgm:cxn modelId="{9028786B-CA80-4255-80A6-334972BA4FC0}" type="presParOf" srcId="{4ED186F6-549C-4130-982F-65355DC7A525}" destId="{152AE659-6054-4D0F-BD2E-7AC48D965F46}" srcOrd="1" destOrd="0" presId="urn:microsoft.com/office/officeart/2018/2/layout/IconLabelList"/>
    <dgm:cxn modelId="{3EDEDC33-733E-429B-A3F3-00B7378468D5}" type="presParOf" srcId="{4ED186F6-549C-4130-982F-65355DC7A525}" destId="{8D5E99F7-9153-4F8B-BC7F-617F75FC926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9CBED3-87AE-4AF0-92D5-0A0BCA09F658}">
      <dsp:nvSpPr>
        <dsp:cNvPr id="0" name=""/>
        <dsp:cNvSpPr/>
      </dsp:nvSpPr>
      <dsp:spPr>
        <a:xfrm>
          <a:off x="350409" y="411095"/>
          <a:ext cx="570322" cy="5703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92CB11-2C9F-4468-8FA2-535FD42F80D4}">
      <dsp:nvSpPr>
        <dsp:cNvPr id="0" name=""/>
        <dsp:cNvSpPr/>
      </dsp:nvSpPr>
      <dsp:spPr>
        <a:xfrm>
          <a:off x="1879" y="1204572"/>
          <a:ext cx="1267382" cy="50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Genre:</a:t>
          </a:r>
          <a:r>
            <a:rPr lang="en-GB" sz="1100" kern="1200" dirty="0"/>
            <a:t> Arcade Racing.</a:t>
          </a:r>
          <a:endParaRPr lang="en-US" sz="1100" kern="1200" dirty="0"/>
        </a:p>
      </dsp:txBody>
      <dsp:txXfrm>
        <a:off x="1879" y="1204572"/>
        <a:ext cx="1267382" cy="506953"/>
      </dsp:txXfrm>
    </dsp:sp>
    <dsp:sp modelId="{2FF63B7B-23AD-406B-A288-BB9571817E40}">
      <dsp:nvSpPr>
        <dsp:cNvPr id="0" name=""/>
        <dsp:cNvSpPr/>
      </dsp:nvSpPr>
      <dsp:spPr>
        <a:xfrm>
          <a:off x="1839584" y="411095"/>
          <a:ext cx="570322" cy="5703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4C973-FAD3-4D74-AF66-A76D1473D140}">
      <dsp:nvSpPr>
        <dsp:cNvPr id="0" name=""/>
        <dsp:cNvSpPr/>
      </dsp:nvSpPr>
      <dsp:spPr>
        <a:xfrm>
          <a:off x="1491054" y="1204572"/>
          <a:ext cx="1267382" cy="50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Theme:</a:t>
          </a:r>
          <a:r>
            <a:rPr lang="en-GB" sz="1100" kern="1200" dirty="0"/>
            <a:t> Modern Cities/High-Speed Streets.</a:t>
          </a:r>
          <a:endParaRPr lang="en-US" sz="1100" kern="1200" dirty="0"/>
        </a:p>
      </dsp:txBody>
      <dsp:txXfrm>
        <a:off x="1491054" y="1204572"/>
        <a:ext cx="1267382" cy="506953"/>
      </dsp:txXfrm>
    </dsp:sp>
    <dsp:sp modelId="{F4A365DE-D52A-4A43-A88E-2C855A291138}">
      <dsp:nvSpPr>
        <dsp:cNvPr id="0" name=""/>
        <dsp:cNvSpPr/>
      </dsp:nvSpPr>
      <dsp:spPr>
        <a:xfrm>
          <a:off x="3328759" y="411095"/>
          <a:ext cx="570322" cy="5703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2CF0B5-79EF-4348-A66B-A6388A047324}">
      <dsp:nvSpPr>
        <dsp:cNvPr id="0" name=""/>
        <dsp:cNvSpPr/>
      </dsp:nvSpPr>
      <dsp:spPr>
        <a:xfrm>
          <a:off x="2980228" y="1204572"/>
          <a:ext cx="1267382" cy="50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Play Value: </a:t>
          </a:r>
          <a:r>
            <a:rPr lang="en-GB" sz="1100" kern="1200" dirty="0"/>
            <a:t>Fast-paced, challenging, time attack.</a:t>
          </a:r>
          <a:endParaRPr lang="en-US" sz="1100" kern="1200" dirty="0"/>
        </a:p>
      </dsp:txBody>
      <dsp:txXfrm>
        <a:off x="2980228" y="1204572"/>
        <a:ext cx="1267382" cy="506953"/>
      </dsp:txXfrm>
    </dsp:sp>
    <dsp:sp modelId="{06DE9EF6-543F-4ABD-8F36-3D2DAE27C467}">
      <dsp:nvSpPr>
        <dsp:cNvPr id="0" name=""/>
        <dsp:cNvSpPr/>
      </dsp:nvSpPr>
      <dsp:spPr>
        <a:xfrm>
          <a:off x="4817934" y="411095"/>
          <a:ext cx="570322" cy="5703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29B248-2F5B-4653-9B2D-CE5E19E455F6}">
      <dsp:nvSpPr>
        <dsp:cNvPr id="0" name=""/>
        <dsp:cNvSpPr/>
      </dsp:nvSpPr>
      <dsp:spPr>
        <a:xfrm>
          <a:off x="4469403" y="1204572"/>
          <a:ext cx="1267382" cy="50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Game Engine: </a:t>
          </a:r>
          <a:r>
            <a:rPr lang="en-GB" sz="1100" kern="1200" dirty="0"/>
            <a:t>Unity 3D</a:t>
          </a:r>
          <a:endParaRPr lang="en-US" sz="1100" kern="1200" dirty="0"/>
        </a:p>
      </dsp:txBody>
      <dsp:txXfrm>
        <a:off x="4469403" y="1204572"/>
        <a:ext cx="1267382" cy="506953"/>
      </dsp:txXfrm>
    </dsp:sp>
    <dsp:sp modelId="{3DDB19FF-E1E3-4839-8E22-220D0D8B12DE}">
      <dsp:nvSpPr>
        <dsp:cNvPr id="0" name=""/>
        <dsp:cNvSpPr/>
      </dsp:nvSpPr>
      <dsp:spPr>
        <a:xfrm>
          <a:off x="1094997" y="2028370"/>
          <a:ext cx="570322" cy="5703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846745-EBF7-4CF6-9139-26166F1025A1}">
      <dsp:nvSpPr>
        <dsp:cNvPr id="0" name=""/>
        <dsp:cNvSpPr/>
      </dsp:nvSpPr>
      <dsp:spPr>
        <a:xfrm>
          <a:off x="746466" y="2821847"/>
          <a:ext cx="1267382" cy="50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Graphic Style: </a:t>
          </a:r>
          <a:r>
            <a:rPr lang="en-GB" sz="1100" kern="1200" dirty="0"/>
            <a:t>Low Poly</a:t>
          </a:r>
          <a:endParaRPr lang="en-US" sz="1100" kern="1200" dirty="0"/>
        </a:p>
      </dsp:txBody>
      <dsp:txXfrm>
        <a:off x="746466" y="2821847"/>
        <a:ext cx="1267382" cy="506953"/>
      </dsp:txXfrm>
    </dsp:sp>
    <dsp:sp modelId="{D2E6706A-72B8-4691-9392-DAF8E863B1CD}">
      <dsp:nvSpPr>
        <dsp:cNvPr id="0" name=""/>
        <dsp:cNvSpPr/>
      </dsp:nvSpPr>
      <dsp:spPr>
        <a:xfrm>
          <a:off x="2584171" y="2028370"/>
          <a:ext cx="570322" cy="5703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9CF83D-9C55-49DB-ACE4-8A48612FD36D}">
      <dsp:nvSpPr>
        <dsp:cNvPr id="0" name=""/>
        <dsp:cNvSpPr/>
      </dsp:nvSpPr>
      <dsp:spPr>
        <a:xfrm>
          <a:off x="2235641" y="2821847"/>
          <a:ext cx="1267382" cy="50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Platform:</a:t>
          </a:r>
          <a:r>
            <a:rPr lang="en-GB" sz="1100" kern="1200" dirty="0"/>
            <a:t> Google Play Store</a:t>
          </a:r>
          <a:endParaRPr lang="en-US" sz="1100" kern="1200" dirty="0"/>
        </a:p>
      </dsp:txBody>
      <dsp:txXfrm>
        <a:off x="2235641" y="2821847"/>
        <a:ext cx="1267382" cy="506953"/>
      </dsp:txXfrm>
    </dsp:sp>
    <dsp:sp modelId="{B0A994DF-C845-41FA-B8D0-CF763FAD410D}">
      <dsp:nvSpPr>
        <dsp:cNvPr id="0" name=""/>
        <dsp:cNvSpPr/>
      </dsp:nvSpPr>
      <dsp:spPr>
        <a:xfrm>
          <a:off x="4073346" y="2028370"/>
          <a:ext cx="570322" cy="5703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5E99F7-9153-4F8B-BC7F-617F75FC9266}">
      <dsp:nvSpPr>
        <dsp:cNvPr id="0" name=""/>
        <dsp:cNvSpPr/>
      </dsp:nvSpPr>
      <dsp:spPr>
        <a:xfrm>
          <a:off x="3724816" y="2821847"/>
          <a:ext cx="1267382" cy="50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Target Audience:</a:t>
          </a:r>
          <a:r>
            <a:rPr lang="en-GB" sz="1100" kern="1200" dirty="0"/>
            <a:t> Fan of arcade racers (e.g. Asphalt), casual audience,</a:t>
          </a:r>
          <a:endParaRPr lang="en-US" sz="1100" kern="1200" dirty="0"/>
        </a:p>
      </dsp:txBody>
      <dsp:txXfrm>
        <a:off x="3724816" y="2821847"/>
        <a:ext cx="1267382" cy="5069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97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289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39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65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3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1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84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21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92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884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41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677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0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0E4167-A547-1749-5016-0B33C47B6F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85" b="2060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21F66AB-6D67-4C86-A415-0B6E4EEC5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59A43A-2163-2290-0799-2A6E40B40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786" y="908651"/>
            <a:ext cx="5230366" cy="4005454"/>
          </a:xfrm>
        </p:spPr>
        <p:txBody>
          <a:bodyPr>
            <a:normAutofit/>
          </a:bodyPr>
          <a:lstStyle/>
          <a:p>
            <a:r>
              <a:rPr lang="en-GB" sz="6800"/>
              <a:t>Boost Racer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5FA4FE-693A-7D3B-C4B9-E10BBAA3B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787" y="5050632"/>
            <a:ext cx="3793200" cy="1129888"/>
          </a:xfrm>
        </p:spPr>
        <p:txBody>
          <a:bodyPr anchor="b">
            <a:normAutofit/>
          </a:bodyPr>
          <a:lstStyle/>
          <a:p>
            <a:r>
              <a:rPr lang="en-GB" sz="2200" dirty="0"/>
              <a:t>Game Pitch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66F5E1-B07D-4718-F4B4-5FCE4B7E8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728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C34396-21A5-AD9F-96F7-860D6043F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186" y="909637"/>
            <a:ext cx="4800600" cy="1307592"/>
          </a:xfrm>
        </p:spPr>
        <p:txBody>
          <a:bodyPr>
            <a:normAutofit/>
          </a:bodyPr>
          <a:lstStyle/>
          <a:p>
            <a:r>
              <a:rPr lang="en-GB" b="1" dirty="0"/>
              <a:t>Who Am I?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369992-8AE9-A2B9-EF3A-BC2AC5F963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63" r="19729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2C387-04B1-8F1C-C035-43D1F07D8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186" y="2221992"/>
            <a:ext cx="4800600" cy="373989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Mantas Lazauskas</a:t>
            </a:r>
          </a:p>
          <a:p>
            <a:pPr>
              <a:lnSpc>
                <a:spcPct val="100000"/>
              </a:lnSpc>
            </a:pPr>
            <a:r>
              <a:rPr lang="en-GB" dirty="0"/>
              <a:t>3</a:t>
            </a:r>
            <a:r>
              <a:rPr lang="en-GB" baseline="30000" dirty="0"/>
              <a:t>rd</a:t>
            </a:r>
            <a:r>
              <a:rPr lang="en-GB" dirty="0"/>
              <a:t> Year Student from Birmingham City University.</a:t>
            </a:r>
          </a:p>
          <a:p>
            <a:pPr>
              <a:lnSpc>
                <a:spcPct val="100000"/>
              </a:lnSpc>
            </a:pPr>
            <a:r>
              <a:rPr lang="en-GB" dirty="0"/>
              <a:t>Love playing games and learning the intricacies of game development.</a:t>
            </a:r>
          </a:p>
          <a:p>
            <a:pPr>
              <a:lnSpc>
                <a:spcPct val="100000"/>
              </a:lnSpc>
            </a:pPr>
            <a:r>
              <a:rPr lang="en-GB" dirty="0"/>
              <a:t>Made several game projects during 1</a:t>
            </a:r>
            <a:r>
              <a:rPr lang="en-GB" baseline="30000" dirty="0"/>
              <a:t>st</a:t>
            </a:r>
            <a:r>
              <a:rPr lang="en-GB" dirty="0"/>
              <a:t> and 2</a:t>
            </a:r>
            <a:r>
              <a:rPr lang="en-GB" baseline="30000" dirty="0"/>
              <a:t>nd</a:t>
            </a:r>
            <a:r>
              <a:rPr lang="en-GB" dirty="0"/>
              <a:t> year.</a:t>
            </a:r>
          </a:p>
          <a:p>
            <a:pPr>
              <a:lnSpc>
                <a:spcPct val="100000"/>
              </a:lnSpc>
            </a:pPr>
            <a:r>
              <a:rPr lang="en-GB" dirty="0"/>
              <a:t>None published currently but aiming to have this project and future projects published.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58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2E7F-9C3D-17B7-F7C6-5D4D3FA37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Overview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ADE023E-225C-B27F-2534-D8AF39D049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643674"/>
              </p:ext>
            </p:extLst>
          </p:nvPr>
        </p:nvGraphicFramePr>
        <p:xfrm>
          <a:off x="433767" y="1394942"/>
          <a:ext cx="5738666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F3AE3AC-4AFF-0C35-9A28-E4094D82C4D9}"/>
              </a:ext>
            </a:extLst>
          </p:cNvPr>
          <p:cNvSpPr txBox="1">
            <a:spLocks/>
          </p:cNvSpPr>
          <p:nvPr/>
        </p:nvSpPr>
        <p:spPr>
          <a:xfrm>
            <a:off x="6096000" y="3429000"/>
            <a:ext cx="3908257" cy="2879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Design Pillars:</a:t>
            </a:r>
          </a:p>
          <a:p>
            <a:r>
              <a:rPr lang="en-GB" dirty="0"/>
              <a:t>Speed and Flow</a:t>
            </a:r>
          </a:p>
          <a:p>
            <a:r>
              <a:rPr lang="en-GB" dirty="0"/>
              <a:t>Simple Controls</a:t>
            </a:r>
          </a:p>
          <a:p>
            <a:r>
              <a:rPr lang="en-GB" dirty="0"/>
              <a:t>Clear Challenge</a:t>
            </a:r>
          </a:p>
          <a:p>
            <a:r>
              <a:rPr lang="en-GB" dirty="0"/>
              <a:t>Personal Best/Competition</a:t>
            </a:r>
          </a:p>
          <a:p>
            <a:r>
              <a:rPr lang="en-GB" dirty="0"/>
              <a:t>Mobile-First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08FEF2-A082-9D54-5372-8F6149D4DE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3334" y="0"/>
            <a:ext cx="5738666" cy="32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530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0F4CE-D32A-5DBA-113D-C2C2FA6F5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300" y="845629"/>
            <a:ext cx="4800600" cy="723901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en-US" sz="4400" b="1" dirty="0"/>
              <a:t>Gameplay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E51DB5-DC48-BC89-A600-8B2E1C1D4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09" r="33380" b="-1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47BD7C5-B2EA-4F98-02B4-627083397F3A}"/>
              </a:ext>
            </a:extLst>
          </p:cNvPr>
          <p:cNvSpPr txBox="1"/>
          <p:nvPr/>
        </p:nvSpPr>
        <p:spPr>
          <a:xfrm>
            <a:off x="6781300" y="1447801"/>
            <a:ext cx="4800600" cy="470325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b="1" dirty="0"/>
              <a:t>Core Mechanics:</a:t>
            </a:r>
            <a:endParaRPr lang="en-US" dirty="0"/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Drive Car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Complete 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b="1" dirty="0"/>
              <a:t>Goal: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Finish Race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Race and beat other opponents (planned).</a:t>
            </a:r>
          </a:p>
          <a:p>
            <a:pPr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b="1" dirty="0"/>
              <a:t>Obstacles: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Debris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Other cars/opponents (planned)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Traffic (Planned)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Weather phenomena (planned)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076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2C191-7C82-C268-5ECB-9E4B2F0B4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186" y="909637"/>
            <a:ext cx="48006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b="1" dirty="0"/>
              <a:t>Advanced Mechanics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8DA303-784E-41F4-F98F-525EB56BF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64" r="32903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CCB3A-12B3-C940-05F1-96B410BDE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186" y="2221992"/>
            <a:ext cx="4800600" cy="373989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1700" dirty="0"/>
              <a:t>Give players the ability to switch perspectives (e.g. from above car, from drivers' position, from front of car, rear view) – Planned.</a:t>
            </a:r>
          </a:p>
          <a:p>
            <a:pPr>
              <a:lnSpc>
                <a:spcPct val="100000"/>
              </a:lnSpc>
            </a:pPr>
            <a:r>
              <a:rPr lang="en-GB" sz="1700" dirty="0"/>
              <a:t>Using OpenWeatherAI for weather patterns and influencing weather related incidents in the race. - Planned</a:t>
            </a:r>
          </a:p>
          <a:p>
            <a:pPr>
              <a:lnSpc>
                <a:spcPct val="100000"/>
              </a:lnSpc>
            </a:pPr>
            <a:r>
              <a:rPr lang="en-GB" sz="1700" dirty="0"/>
              <a:t>Drift mechanics to enhance the racing experience and allow skill expression for higher skilled players. – Planned.</a:t>
            </a:r>
          </a:p>
          <a:p>
            <a:pPr>
              <a:lnSpc>
                <a:spcPct val="100000"/>
              </a:lnSpc>
            </a:pPr>
            <a:r>
              <a:rPr lang="en-GB" sz="1700" dirty="0"/>
              <a:t>Including achievements, leaderboard and social media plugins to enhance social and competitive element of the game. – Planned.</a:t>
            </a:r>
          </a:p>
          <a:p>
            <a:pPr>
              <a:lnSpc>
                <a:spcPct val="100000"/>
              </a:lnSpc>
            </a:pPr>
            <a:endParaRPr lang="en-GB" sz="17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045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1FECA-D53D-0368-26E3-F2285E01F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067" y="914400"/>
            <a:ext cx="4355833" cy="731520"/>
          </a:xfrm>
        </p:spPr>
        <p:txBody>
          <a:bodyPr/>
          <a:lstStyle/>
          <a:p>
            <a:r>
              <a:rPr lang="en-GB" b="1" dirty="0"/>
              <a:t>Gameplay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628B1-F7E6-29FD-BD56-D378C71D3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6067" y="1592508"/>
            <a:ext cx="4028574" cy="373989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/>
              <a:t>Progression: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Unlocking new cars.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Unlocking new skins/decals for cars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Increasing player level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Ranked mode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B6DB86-9D9D-8A06-9AB0-7D55BD5AE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33365"/>
            <a:ext cx="7036067" cy="3424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2B86E7-2677-D916-BD66-5F9DCC654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036067" cy="346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323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98472-1F13-0300-49D4-2F792839E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Market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3EB52-3F41-4C97-E3D7-1879F8A00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559052"/>
            <a:ext cx="4868061" cy="425653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/>
              <a:t>After looking through potential competitors on the market, I have two key points:</a:t>
            </a:r>
          </a:p>
          <a:p>
            <a:pPr>
              <a:lnSpc>
                <a:spcPct val="150000"/>
              </a:lnSpc>
            </a:pPr>
            <a:r>
              <a:rPr lang="en-GB" dirty="0"/>
              <a:t>There are lots of arcade racers.</a:t>
            </a:r>
          </a:p>
          <a:p>
            <a:pPr>
              <a:lnSpc>
                <a:spcPct val="150000"/>
              </a:lnSpc>
            </a:pPr>
            <a:r>
              <a:rPr lang="en-GB" dirty="0"/>
              <a:t>Most are using the “hyper realistic style”.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/>
              <a:t>My product will attempt to fill the market gap of stylised/low poly arcade racers.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1BD0A3-3A3A-5F33-C46C-095D0DC10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572" y="0"/>
            <a:ext cx="6137428" cy="35902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DBE92C-9DC7-39FC-3363-BF2C71065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036" y="3744226"/>
            <a:ext cx="6135964" cy="31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684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AA823-7FE6-20B0-01FF-08A81FA44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Need for Speed No Limits – Electronic Arts</a:t>
            </a:r>
            <a:endParaRPr lang="en-GB" b="1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4168C-4FE3-1F34-246A-46DD85A64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5800749" cy="3739896"/>
          </a:xfrm>
        </p:spPr>
        <p:txBody>
          <a:bodyPr/>
          <a:lstStyle/>
          <a:p>
            <a:r>
              <a:rPr lang="en-GB" dirty="0"/>
              <a:t>Need for Speed as an arcade racer mobile rendition. Similar gameplay to Real Racing 3.</a:t>
            </a:r>
          </a:p>
          <a:p>
            <a:r>
              <a:rPr lang="en-GB" dirty="0"/>
              <a:t>Free to Play with in app purchases.</a:t>
            </a:r>
          </a:p>
          <a:p>
            <a:r>
              <a:rPr lang="en-GB" dirty="0"/>
              <a:t>100,000,000+ downloads.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373307-26B6-4B85-F5BB-7E2CDF939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88" y="1563624"/>
            <a:ext cx="5540812" cy="529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21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A1FE7-326D-F35A-9E8E-3982E118B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My Analytic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65528-E0CD-3ACE-FAD4-C1BA9CA77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Using Unity Analytics</a:t>
            </a:r>
          </a:p>
          <a:p>
            <a:r>
              <a:rPr lang="en-GB" dirty="0"/>
              <a:t>Using google Play to track player base</a:t>
            </a:r>
          </a:p>
        </p:txBody>
      </p:sp>
    </p:spTree>
    <p:extLst>
      <p:ext uri="{BB962C8B-B14F-4D97-AF65-F5344CB8AC3E}">
        <p14:creationId xmlns:p14="http://schemas.microsoft.com/office/powerpoint/2010/main" val="2792821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2E0F2-B01A-70F7-6787-10E2043F1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Monetization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83B8A-6695-B6A0-33E0-61C4245C0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Free to Play</a:t>
            </a:r>
          </a:p>
          <a:p>
            <a:r>
              <a:rPr lang="en-GB" dirty="0"/>
              <a:t>Integrating ads using Unity Ads.</a:t>
            </a:r>
          </a:p>
          <a:p>
            <a:r>
              <a:rPr lang="en-GB" dirty="0"/>
              <a:t>In-app purchases for in-game currency, cars and cosmetics.</a:t>
            </a:r>
          </a:p>
        </p:txBody>
      </p:sp>
    </p:spTree>
    <p:extLst>
      <p:ext uri="{BB962C8B-B14F-4D97-AF65-F5344CB8AC3E}">
        <p14:creationId xmlns:p14="http://schemas.microsoft.com/office/powerpoint/2010/main" val="137076458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390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Calisto MT</vt:lpstr>
      <vt:lpstr>Univers Condensed</vt:lpstr>
      <vt:lpstr>ChronicleVTI</vt:lpstr>
      <vt:lpstr>Boost Racer</vt:lpstr>
      <vt:lpstr>Who Am I?</vt:lpstr>
      <vt:lpstr>Overview</vt:lpstr>
      <vt:lpstr>Gameplay</vt:lpstr>
      <vt:lpstr>Advanced Mechanics</vt:lpstr>
      <vt:lpstr>Gameplay</vt:lpstr>
      <vt:lpstr>Market</vt:lpstr>
      <vt:lpstr>Need for Speed No Limits – Electronic Arts</vt:lpstr>
      <vt:lpstr>My Analytic Model</vt:lpstr>
      <vt:lpstr>Monetization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Mantas Lazauskas</dc:creator>
  <cp:lastModifiedBy>Mantas Lazauskas</cp:lastModifiedBy>
  <cp:revision>2</cp:revision>
  <dcterms:created xsi:type="dcterms:W3CDTF">2026-10-19T12:05:12Z</dcterms:created>
  <dcterms:modified xsi:type="dcterms:W3CDTF">2026-10-19T14:58:09Z</dcterms:modified>
</cp:coreProperties>
</file>